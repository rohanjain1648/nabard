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3B3B-95C8-48B2-AFD4-CF49A027F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E1B9C-6D16-4D08-AEBA-01EC2C20C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2C18C-C18D-42F9-8B65-DCE31DBA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9ADCB-ED3B-492C-BAD8-A0D2D147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81BD6-16BD-4009-BC24-4C20D7EB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26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01835-3D02-416F-8F73-B4E1573A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C2422-3D99-4269-8C29-B6D0CCCD0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B15FC-465B-460C-AB2A-115041FC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3492-D2BF-4035-8B00-0EB07199D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6212-6741-48FB-A438-ED5396DF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6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9F21-1EB6-44B8-A2C7-3CA1F361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AFCA5-148C-4472-8957-08FD2D725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0697A-41DB-4FA3-A62A-77FBDFAC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8B83D-6F3C-44C0-9E3A-CD9E97E3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D899D-F97E-4DEB-B2D8-E4E2F3E2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12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0D9D-36EC-4E3B-A346-7D94ADF0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56CD-34E9-4700-9AB8-5D07C5078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A19FA-8B39-472B-8822-BFCD5E329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9FCF2-8A5B-4A95-BE68-707D26423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2A8C8-F38A-4D5C-8CBD-6AFB5E8D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B1E80-C724-4F12-909A-57AE0AC3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280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61A4-EC5E-45E6-A34C-E1B92FB3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37F1C-C770-4830-940C-F8ADA112F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6A44E-04FB-4B5F-B499-7AA6E365F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AE616-EAE9-48C6-AF7E-0A8CE0BCE4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2702E-194A-48EB-B429-046C2CEC8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C04C4-4FED-4919-97BF-84D10F0B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9C4D0-5AA4-4CDA-9DC3-5E1C8FEE4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D86020-30B0-4BBF-AB89-505E5FFA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72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8453-A922-49AA-A4BC-61CF9FB8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BA7CD-BE1A-49C1-920C-1D0FACBD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CE563-6244-43C1-B81B-B15F78B4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CA86CA-8907-45E8-B6FE-E7E53A55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76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0334E-B181-4719-A61B-C9446420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5B47F-907F-4DAD-8E70-4E48A836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B1F1F-4907-44B3-9B8A-A30B7A88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67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ED09-38FD-4966-99E1-39FA330A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455E0-1FFF-4493-ACD8-FDECA727C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E6F18-BC31-4CBA-9774-D9E956034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72AA8-E412-4320-BF60-64D05ACD6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04EF5-3299-4391-B9C6-0F759F63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12141-83D2-46BB-9E9D-5BBB6279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E687-E52D-495C-850C-8C755E582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5148F-94CD-4362-A236-9D411118B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7B652-19AE-4B5F-ACDC-D91E9160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E19A0-0CEE-4B34-9B25-01F199D2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F7186-2DC1-43FB-BEBF-2E138C58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10438-8F0C-4955-B3AA-4C2CBE5C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53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C188-D513-4B12-AB50-54B49F3D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42FC9-9E81-4543-AE55-04EFD57FD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6D52F-CE95-4F4A-B20F-32016ADE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B7FA0-26A9-4D47-9540-08C946A9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EB394-C0BA-4290-82C2-A87DF7D0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28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99D06-3BE3-4CA5-85FE-B8B8A685C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F7D92-0D7D-4BE8-BA7D-6B26167E3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51182-660E-40B5-8617-C13CE55D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5BA8E-2D01-4696-B78F-38766D24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478F6-6AF9-4EF0-830C-A2EDF82F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0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B4D96-8808-4B3E-9DDB-64D6F087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E9464-A605-4719-B056-0B978F45A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CF5F5-4AAF-455F-B49A-6E3A47A0C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930B2-D9F7-42FB-8065-3972DF06E45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238E9-5125-4C5D-8587-17AF3FE9C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92724-6B48-4257-85A1-022345F8E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EEAFF-3816-439E-BF19-F966882C17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99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71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138B2-D75E-4E42-94EB-11039DEF6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7" y="1398493"/>
            <a:ext cx="7580834" cy="5088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45A32A-11BB-4F11-B824-0FCAD9C50ED7}"/>
              </a:ext>
            </a:extLst>
          </p:cNvPr>
          <p:cNvSpPr txBox="1"/>
          <p:nvPr/>
        </p:nvSpPr>
        <p:spPr>
          <a:xfrm>
            <a:off x="8050306" y="1192323"/>
            <a:ext cx="38444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WPC"/>
              </a:rPr>
              <a:t>The current system is </a:t>
            </a:r>
            <a:r>
              <a:rPr lang="en-US" b="0" i="1" dirty="0">
                <a:effectLst/>
                <a:latin typeface="Segoe WPC"/>
              </a:rPr>
              <a:t>hindsight-driven</a:t>
            </a:r>
            <a:r>
              <a:rPr lang="en-US" b="0" i="0" dirty="0">
                <a:effectLst/>
                <a:latin typeface="Segoe WPC"/>
              </a:rPr>
              <a:t>. By the time a problem is spotted, it's already a default, a liquidity crunch, or a collapsed livelihood.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B99AF-5699-4DE3-95D0-F8752FC10AFD}"/>
              </a:ext>
            </a:extLst>
          </p:cNvPr>
          <p:cNvSpPr txBox="1"/>
          <p:nvPr/>
        </p:nvSpPr>
        <p:spPr>
          <a:xfrm>
            <a:off x="8050306" y="3139479"/>
            <a:ext cx="35410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egoe WPC"/>
              </a:rPr>
              <a:t>The core tension is simple: millions of productive enterprises generate real cash flow, but nobody can see it. Banks rely on formal records that don't exist. Monitoring is manual. And even if a digital tool existed, it would need to survive offline village environments. This gap costs banks millions in NPAs and keeps rural entrepreneurs locked out of formal credit.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2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6E045B-FC6C-4B17-BF87-D3F5D6CB327A}"/>
              </a:ext>
            </a:extLst>
          </p:cNvPr>
          <p:cNvSpPr txBox="1"/>
          <p:nvPr/>
        </p:nvSpPr>
        <p:spPr>
          <a:xfrm>
            <a:off x="4249269" y="5880864"/>
            <a:ext cx="86509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CCCCCC"/>
                </a:solidFill>
                <a:effectLst/>
                <a:latin typeface="Segoe WPC"/>
              </a:rPr>
              <a:t>We turn simple ledger entries into a credit-bureau substitute — giving rural enterprises financial foresight and giving institutions early-warning radar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00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16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85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67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95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10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73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38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116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rohan jain</dc:creator>
  <cp:lastModifiedBy>rohan jain</cp:lastModifiedBy>
  <cp:revision>1</cp:revision>
  <dcterms:created xsi:type="dcterms:W3CDTF">2026-07-19T15:34:41Z</dcterms:created>
  <dcterms:modified xsi:type="dcterms:W3CDTF">2026-07-20T04:29:10Z</dcterms:modified>
</cp:coreProperties>
</file>